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dolbom studio 소개. 돌봄로봇 사업단의 주간 업무·협업을 하나로 모은 웹앱을 왜 만들었고 어떻게 계속 개선해왔는지 보여주는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방식의 페인포인트. 특히 주간보고 취합이 가장 큰 수작업이었다.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단일 파이썬 앱 + 구글 시트 저장. 무료, 운영 부담 최소.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효과는 취합 자동화. 매주 반복되던 30~60분 복붙이 버튼 한 번으로.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7단계로 압축한 변천사. 다음 슬라이드부터 각 단계의 화면과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취합 MVP — 자동화가 핵심 — 가장 큰 페인포인트인 '복붙 취합'부터 없앴다. (HWPX가 한글에서 안 열리는 사태를 이분탐색으로 디버깅)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확장 — 흩어진 업무 흡수 — 엑셀·카톡에 흩어져 있던 관리 업무를 하나씩 앱으로 흡수.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대시보드 도입 — 메뉴가 8개로 늘어 '오늘 뭘 해야 하는지' 한눈에 볼 진입점이 필요했다.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콤팩트 · 오른쪽 레일 · 네이버식 바로가기 — 홈이 너무 길어 뉴스까지 스크롤이 멀었다. 밀도를 높이고 우선순위를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담당자 제거 · '나는 누구' 1회 — '담당자가 따로 없다'는 현실 반영 + 매번 이름 고르는 번거로움 제거.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재배치 · 다듬기 — 가장 자주 보는 것을 맨 위로. 스크린샷 피드백을 받아 반복 미세조정.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dolbom studio 브랜딩 — 정체성과 색을 입혀 '우리 도구'다운 느낌으로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효과 요약과 향후 과제. 계속 개선 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돌봄로봇중개연구사업단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dolbom </a:t>
            </a:r>
            <a:pPr indent="0" marL="0">
              <a:buNone/>
            </a:pPr>
            <a:r>
              <a:rPr lang="en-US" sz="6600" b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돌봄로봇 사업단 주간 업무 · 협업 웹앱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시작했고, 어떻게 계속 바꿔왔는가 — 만들어온 과정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544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976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12080" y="5074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A3423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0" y="6309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 → 2026.07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시작했나 — 매주 반복되는 수작업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10명이 각자 만들고, 한 명이 손으로 취합하고, 나머지 관리 업무는 엑셀·한글·카톡에 흩어져 있었다.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업무보고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작성 → 한 명이 복붙 취합(주당 30~60분), 서식 깨짐, 미제출 파악 수동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221992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148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공통확인사항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514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최혜민 연구원이 매주 한글 표를 처음부터 다시 제작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4728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703320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630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구매요청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9959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양식 제각각 · 배포·수합 번거로움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44728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703320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3630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사용현황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9959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연구별 시트를 수식으로 분류 · 동기화 부담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92861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5184648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1114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접수 · FAQ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4772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카톡·구두로만 · 기록과 미해결 추적 안 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92861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5184648"/>
            <a:ext cx="566928" cy="56692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78040" y="51114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· 일정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54772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카톡에 흘러가 놓치기 쉬움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 — 웹앱 하나로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각자, 취합·공유는 자동. 별도 서버·DB·설치 없이 URL과 비밀번호만으로.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46304" cy="146304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957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 자동화 우선 — 사람이 하던 복붙을 없앤다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146304" cy="146304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0540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기존 한글 양식 그대로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146304" cy="146304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7124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화면에서 공지·할 일·일정 파악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370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없이 전원 동등하게 사용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48072"/>
            <a:ext cx="146304" cy="146304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날아가지 않게 다층 백업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16002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10명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브라우저에서 각자 입력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0" y="2770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앱 (웹)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8660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취합 · 자동화 · 공유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69680" y="4370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48006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4983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Sheets · Calendar · Drive · News · HWPX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5458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· 일정 · 협업파일 · 뉴스 · 취합본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0" y="6419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0원 · main 브랜치 push → 1~2분 자동 재배포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간소해졌나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933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30~60분 → 클릭 1회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취합 수작업 → 버튼 한 번에 HWPX 생성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933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호스팅 · 무료 구글 API · 별도 설치 없음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8221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8종 → 앱 1개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보고·취합·구매·장비·방문·협업·공지·일정 통합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8221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1회 입력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'나는 누구' 한 번 선택 → 모든 폼 자동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— 미제출 자동 표시 · 미제출 필드 지난주 값 자동 채움 · 화요일 17시 마감 카운트다운 · 문제/협업 추적 · 담당자 없이 전원 사용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EVOLVED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바꿔왔다 — UI 변천사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"처음엔 이랬는데 → 이렇게 → 또 이렇게 …"  총 100여 커밋의 흐름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3200400"/>
            <a:ext cx="9326880" cy="0"/>
          </a:xfrm>
          <a:prstGeom prst="line">
            <a:avLst/>
          </a:prstGeom>
          <a:noFill/>
          <a:ln w="25400">
            <a:solidFill>
              <a:srgbClr val="6B4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 MVP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919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확장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3367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8815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레일·바로가기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4263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제거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9711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재배치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451592" y="2907792"/>
            <a:ext cx="585216" cy="585216"/>
          </a:xfrm>
          <a:prstGeom prst="ellipse">
            <a:avLst/>
          </a:prstGeom>
          <a:solidFill>
            <a:srgbClr val="C4622D"/>
          </a:solidFill>
          <a:ln w="19050">
            <a:solidFill>
              <a:srgbClr val="F4EB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515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5840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뒤 슬라이드에서 단계별로 화면 변화를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· 2026.04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 MVP — 자동화가 핵심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웹 폼에 줄글 입력 → 버튼 한 번에 한글(HWPX) 취합본 자동 생성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미제출 필드는 지난주 값 자동 채움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회의록 열람 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페인포인트인 '복붙 취합'부터 없앴다. (HWPX가 한글에서 안 열리는 사태를 이분탐색으로 디버깅)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초기: 업무보고 작성 폼 + HWPX 취합본 생성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docs/screenshots/stage1.png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· 2026.06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확장 — 흩어진 업무 흡수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구매요청서 · 장비 사용현황 · 실증 방문일지 · 문서 협업(OAuth 자동변환)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스마트돌봄스페이스(FAQ·관리대장) · 사업단 공통확인사항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1개 = 페이지 함수 + *_store 모듈 패턴 반복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엑셀·카톡에 흩어져 있던 관리 업무를 하나씩 앱으로 흡수.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구매요청·장비·방문·문서협업·스페이스·공통확인 페이지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docs/screenshots/stage2.png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 · 2026.07.06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 도입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캘린더 임베드 · 관련 뉴스 · 팀 공지 · 마감 카운트다운 · 내 할 일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페이지를 한 화면에서 파악하도록 홈 신설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8개로 늘어 '오늘 뭘 해야 하는지' 한눈에 볼 진입점이 필요했다.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월간 달력 · 지표 · 뉴스 · 공지 · 빠른실행 버튼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docs/screenshots/stage3.png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 · 2026.07.07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콤팩트 · 오른쪽 레일 · 네이버식 바로가기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달력·긴 목록을 콤팩트하게, 오른쪽은 일정·뉴스만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바로가기를 네이버 아이콘식 타일 바로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자동삭제 · 문서협업 자동공지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홈이 너무 길어 뉴스까지 스크롤이 멀었다. 밀도를 높이고 우선순위를 정리.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→ 오른쪽 레일, 아이콘 타일 바, 뉴스 섹션 탭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docs/screenshots/stage4.png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5 · 2026.07.07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제거 · '나는 누구' 1회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담당자/팀원 구분·is_admin 제거 → 단일 비밀번호, 전원 동등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대시보드 기능을 탭·토글로 분산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후 이름 1회 선택 → 세션+URL 유지 → 모든 폼 자동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'담당자가 따로 없다'는 현실 반영 + 매번 이름 고르는 번거로움 제거.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비밀번호로 통합 + 이름 1회 설정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docs/screenshots/stage5.png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6 · 2026.07.09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재배치 · 다듬기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정보(공지·할 일·내 일정)를 달력 위로 끌어올림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바로가기는 작게, '나는 누구' 옆으로 · 토글 재배치(공지/일정/백업)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챙길 것은 마감 임박(2일 이내)만 노출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보는 것을 맨 위로. 스크린샷 피드백을 받아 반복 미세조정.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공지·오늘 챙길 것·내 할 일을 위로, 바로가기 축소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docs/screenshots/stage6.png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58368" cy="65836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7 · 2026.07.09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8760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dolbom studio 브랜딩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바꿨나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이름 dolbom studio (탭·로그인·사이드바)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주황/갈색 테마(primaryColor) · 바로가기 아이콘 크게·박스 없이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공지등록을 바로가기 첫 타일로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7F0E8"/>
          </a:solidFill>
          <a:ln w="12700">
            <a:solidFill>
              <a:srgbClr val="E4D5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정체성과 색을 입혀 '우리 도구'다운 느낌으로 마무리.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5760720" cy="4617720"/>
          </a:xfrm>
          <a:prstGeom prst="roundRect">
            <a:avLst>
              <a:gd name="adj" fmla="val 1584"/>
            </a:avLst>
          </a:prstGeom>
          <a:solidFill>
            <a:srgbClr val="F1E4D3"/>
          </a:solidFill>
          <a:ln w="15875">
            <a:solidFill>
              <a:srgbClr val="E08A3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0" y="1691640"/>
            <a:ext cx="539496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스크린샷 자리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3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이름·주황/갈색 테마·네이버식 아이콘
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docs/screenshots/stage7.png 저장 시 자동 삽입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자동화 하나에서 시작해, 쓰면서 계속 바꿔 온 '우리 팀 도구'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892040" cy="3108960"/>
          </a:xfrm>
          <a:prstGeom prst="roundRect">
            <a:avLst>
              <a:gd name="adj" fmla="val 2941"/>
            </a:avLst>
          </a:prstGeom>
          <a:solidFill>
            <a:srgbClr val="4A3423"/>
          </a:solidFill>
          <a:ln w="15875">
            <a:solidFill>
              <a:srgbClr val="C462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23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4251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취합 30~60분 → 클릭 1회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8종 업무를 앱 하나로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1회 → 전 페이지 자동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없이 전원 사용 · 운영비 0원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다층 백업으로 데이터 안전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2194560"/>
            <a:ext cx="4892040" cy="3108960"/>
          </a:xfrm>
          <a:prstGeom prst="roundRect">
            <a:avLst>
              <a:gd name="adj" fmla="val 2941"/>
            </a:avLst>
          </a:prstGeom>
          <a:solidFill>
            <a:srgbClr val="4A3423"/>
          </a:solidFill>
          <a:ln w="15875">
            <a:solidFill>
              <a:srgbClr val="5A3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423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971800"/>
            <a:ext cx="4251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streamlit_app.py 페이지 파일 분리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공통확인 표를 메인 취합본에 통합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통일된 주황/갈색 아이콘 세트(SVG)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권한 대비 읽기 목록 폴백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carerobot-weekly-report.streamlit.app</a:t>
            </a:r>
            <a:pPr indent="0" marL="0">
              <a:buNone/>
            </a:pPr>
            <a:r>
              <a:rPr lang="en-US" sz="1400" dirty="0">
                <a:solidFill>
                  <a:srgbClr val="8A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비밀번호 carerobot (전원 공용)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B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dolbom studio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dolbom studio — 만들어온 과정</dc:title>
  <dc:subject>PptxGenJS Presentation</dc:subject>
  <dc:creator>dolbom studio</dc:creator>
  <cp:lastModifiedBy>dolbom studio</cp:lastModifiedBy>
  <cp:revision>1</cp:revision>
  <dcterms:created xsi:type="dcterms:W3CDTF">2026-07-09T00:35:29Z</dcterms:created>
  <dcterms:modified xsi:type="dcterms:W3CDTF">2026-07-09T00:35:29Z</dcterms:modified>
</cp:coreProperties>
</file>